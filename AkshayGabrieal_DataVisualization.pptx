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925" y="1084898"/>
            <a:ext cx="8229600" cy="1143000"/>
          </a:xfrm>
        </p:spPr>
        <p:txBody>
          <a:bodyPr/>
          <a:lstStyle/>
          <a:p>
            <a:r>
              <a:t>Assignment 2B</a:t>
            </a:r>
          </a:p>
          <a:p>
            <a:r>
              <a:t>Data Visualization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65855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Student Name: Akshay Gabrieal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Trend Chart</a:t>
            </a:r>
          </a:p>
        </p:txBody>
      </p:sp>
      <p:pic>
        <p:nvPicPr>
          <p:cNvPr id="3" name="Picture 2" descr="Trend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640080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8510" y="4043045"/>
            <a:ext cx="758634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Insight</a:t>
            </a:r>
          </a:p>
          <a:p/>
          <a:p>
            <a:r>
              <a:t>• Daily CO₂ emissions fluctuate significantly between 2020–2024.</a:t>
            </a:r>
          </a:p>
          <a:p/>
          <a:p>
            <a:r>
              <a:t>• Most values remain between 5,000–12,000 units.</a:t>
            </a:r>
          </a:p>
          <a:p/>
          <a:p>
            <a:r>
              <a:t>• Monitoring these fluctuations helps identify periods of higher emissions and supports climate planning.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Chart</a:t>
            </a:r>
          </a:p>
        </p:txBody>
      </p:sp>
      <p:pic>
        <p:nvPicPr>
          <p:cNvPr id="3" name="Picture 2" descr="Comparison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6400800" cy="3733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0595" y="4465320"/>
            <a:ext cx="7670165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Insight</a:t>
            </a:r>
          </a:p>
          <a:p/>
          <a:p>
            <a:r>
              <a:t>• Australia has the highest total CO₂ emissions.</a:t>
            </a:r>
          </a:p>
          <a:p/>
          <a:p>
            <a:r>
              <a:t>• Turkey records the lowest among the listed countries.</a:t>
            </a:r>
          </a:p>
          <a:p/>
          <a:p>
            <a:r>
              <a:t>• Countries with higher emissions should be prioritized for sustainability initiatives.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Chart</a:t>
            </a:r>
          </a:p>
        </p:txBody>
      </p:sp>
      <p:pic>
        <p:nvPicPr>
          <p:cNvPr id="3" name="Picture 2" descr="DistributionChar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31520"/>
            <a:ext cx="6400800" cy="3840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95825"/>
            <a:ext cx="8395970" cy="2030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Insight</a:t>
            </a:r>
          </a:p>
          <a:p/>
          <a:p>
            <a:r>
              <a:t>• Energy prices are broadly distributed.</a:t>
            </a:r>
          </a:p>
          <a:p/>
          <a:p>
            <a:r>
              <a:t>• No major concentration or extreme outliers are observed.</a:t>
            </a:r>
          </a:p>
          <a:p/>
          <a:p>
            <a:r>
              <a:t>• Price variation affects energy affordability and sustainability planning.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36345"/>
            <a:ext cx="8242300" cy="535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Problem</a:t>
            </a:r>
          </a:p>
          <a:p/>
          <a:p>
            <a:r>
              <a:t>Understanding CO₂ emissions and energy patterns is essential for sustainability.</a:t>
            </a:r>
          </a:p>
          <a:p/>
          <a:p>
            <a:r>
              <a:t>Data</a:t>
            </a:r>
          </a:p>
          <a:p/>
          <a:p>
            <a:r>
              <a:t>The cleaned dataset contains climate and energy information from 2020–2024.</a:t>
            </a:r>
          </a:p>
          <a:p/>
          <a:p>
            <a:r>
              <a:t>Insights</a:t>
            </a:r>
          </a:p>
          <a:p/>
          <a:p>
            <a:r>
              <a:t>• CO₂ emissions fluctuate over time.</a:t>
            </a:r>
          </a:p>
          <a:p>
            <a:r>
              <a:t>• Emissions vary across countries.</a:t>
            </a:r>
          </a:p>
          <a:p>
            <a:r>
              <a:t>• Energy prices differ across observations.</a:t>
            </a:r>
          </a:p>
          <a:p/>
          <a:p>
            <a:r>
              <a:t>Recommendation</a:t>
            </a:r>
          </a:p>
          <a:p/>
          <a:p>
            <a:r>
              <a:t>Promote renewable energy, improve energy efficiency, and continuously monitor emissions to support informed environmental decision-making.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1155</Words>
  <Application>WPS Presentation</Application>
  <PresentationFormat>On-screen Show (4:3)</PresentationFormat>
  <Paragraphs>56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Data Visualization &amp; Insight Storytelling</vt:lpstr>
      <vt:lpstr>Trend Chart</vt:lpstr>
      <vt:lpstr>Comparison Chart</vt:lpstr>
      <vt:lpstr>Distribution Chart</vt:lpstr>
      <vt:lpstr>Narrative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Akshay Gabrieal</cp:lastModifiedBy>
  <cp:revision>2</cp:revision>
  <dcterms:created xsi:type="dcterms:W3CDTF">2013-01-27T09:14:00Z</dcterms:created>
  <dcterms:modified xsi:type="dcterms:W3CDTF">2026-06-27T13:40:40Z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5E6F2AA06A2D498380BC4ACE9AF81294_12</vt:lpwstr>
  </property>
</Properties>
</file>