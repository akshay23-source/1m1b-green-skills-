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Assignment 3 | Smart Sustainability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303520" cy="438912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Problem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Increasing CO₂ emissions and inefficient energy</a:t>
            </a:r>
            <a:br/>
            <a:r>
              <a:t>consumption continue to contribute to climate</a:t>
            </a:r>
            <a:br/>
            <a:r>
              <a:t>change and environmental degradation.</a:t>
            </a:r>
            <a:br/>
            <a:br/>
            <a:r>
              <a:t>The climate-energy dataset (2020–2024) shows</a:t>
            </a:r>
            <a:br/>
            <a:r>
              <a:t>changing CO₂ emissions, varying energy prices,</a:t>
            </a:r>
            <a:br/>
            <a:r>
              <a:t>and different emission levels across countries.</a:t>
            </a:r>
            <a:br/>
            <a:br/>
            <a:r>
              <a:t>Without continuous monitoring, organizations</a:t>
            </a:r>
            <a:br/>
            <a:r>
              <a:t>cannot quickly detect abnormal emissions or</a:t>
            </a:r>
            <a:br/>
            <a:r>
              <a:t>improve energy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05840"/>
            <a:ext cx="5303520" cy="438912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Importance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Why it matters</a:t>
            </a:r>
            <a:br/>
            <a:br/>
            <a:r>
              <a:t>• Climate change is accelerating</a:t>
            </a:r>
            <a:br/>
            <a:br/>
            <a:r>
              <a:t>• Higher operational costs</a:t>
            </a:r>
            <a:br/>
            <a:br/>
            <a:r>
              <a:t>• Delayed decision making</a:t>
            </a:r>
            <a:br/>
            <a:br/>
            <a:r>
              <a:t>• Increased carbon footprint</a:t>
            </a:r>
            <a:br/>
            <a:br/>
            <a:r>
              <a:t>• Need for sustainable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Assignment 3 | Smart Sustainability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3017520" cy="475488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Current System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Current System Gaps</a:t>
            </a:r>
            <a:br/>
            <a:br/>
            <a:r>
              <a:t>• Manual monitoring</a:t>
            </a:r>
            <a:br/>
            <a:br/>
            <a:r>
              <a:t>• Delayed reporting</a:t>
            </a:r>
            <a:br/>
            <a:br/>
            <a:r>
              <a:t>• Difficult to detect abnormal emissions</a:t>
            </a:r>
            <a:br/>
            <a:br/>
            <a:r>
              <a:t>• No predictive analytics</a:t>
            </a:r>
            <a:br/>
            <a:br/>
            <a:r>
              <a:t>• No automated alerts</a:t>
            </a:r>
            <a:br/>
            <a:br/>
            <a:r>
              <a:t>• Reactive instead of proactive decision making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3931920" y="2377440"/>
            <a:ext cx="1097280" cy="82296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IoT</a:t>
            </a:r>
            <a:br/>
            <a:r>
              <a:t>Sensors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66360" y="2377440"/>
            <a:ext cx="1097280" cy="82296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1097280" cy="82296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Cloud</a:t>
            </a:r>
            <a:br/>
            <a:r>
              <a:t>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377440"/>
            <a:ext cx="1097280" cy="82296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AI</a:t>
            </a:r>
            <a:br/>
            <a:r>
              <a:t>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2377440"/>
            <a:ext cx="1097280" cy="82296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04120" y="2377440"/>
            <a:ext cx="1097280" cy="82296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Alerts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29200" y="2780920"/>
            <a:ext cx="18000" cy="7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6263640" y="2780920"/>
            <a:ext cx="18000" cy="7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498080" y="2780920"/>
            <a:ext cx="18000" cy="7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8732520" y="2780920"/>
            <a:ext cx="18000" cy="7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9966960" y="2780920"/>
            <a:ext cx="18000" cy="7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60" y="3816985"/>
            <a:ext cx="7679055" cy="155448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Proposed Solution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EcoVision AI</a:t>
            </a:r>
            <a:br/>
            <a:br/>
            <a:r>
              <a:t>A smart sustainability platform that continuously</a:t>
            </a:r>
            <a:br/>
            <a:r>
              <a:t>collects environmental data from sensors,</a:t>
            </a:r>
            <a:br/>
            <a:r>
              <a:t>stores it in the cloud, analyses it using AI,</a:t>
            </a:r>
            <a:br/>
            <a:r>
              <a:t>and provides real-time dashboards and alerts.</a:t>
            </a:r>
            <a:br/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Assignment 3 | Smart Sustainability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Sensors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Cloud</a:t>
            </a:r>
            <a:br/>
            <a:r>
              <a:t>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AI</a:t>
            </a:r>
            <a:br/>
            <a:r>
              <a:t>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Decision</a:t>
            </a:r>
            <a:br/>
            <a:r>
              <a:t>Makers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Sensors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Cloud</a:t>
            </a:r>
            <a:br/>
            <a:r>
              <a:t>Storage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AI</a:t>
            </a:r>
            <a:br/>
            <a:r>
              <a:t>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4040" y="1188720"/>
            <a:ext cx="1463040" cy="731520"/>
          </a:xfrm>
          <a:prstGeom prst="roundRect">
            <a:avLst/>
          </a:prstGeom>
          <a:solidFill>
            <a:srgbClr val="78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E1E1E"/>
                </a:solidFill>
              </a:defRPr>
            </a:pPr>
            <a:r>
              <a:t>Decision</a:t>
            </a:r>
            <a:br/>
            <a:r>
              <a:t>Makers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11680" y="1197720"/>
            <a:ext cx="18000" cy="5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3794760" y="1197720"/>
            <a:ext cx="18000" cy="5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577840" y="1197720"/>
            <a:ext cx="18000" cy="5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360920" y="1197720"/>
            <a:ext cx="18000" cy="5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9144000" y="1197720"/>
            <a:ext cx="18000" cy="500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8640" y="2743200"/>
            <a:ext cx="3291840" cy="228600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Collected Data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Collected Data</a:t>
            </a:r>
            <a:br/>
            <a:br/>
            <a:r>
              <a:t>• CO₂ Emissions</a:t>
            </a:r>
            <a:br/>
            <a:br/>
            <a:r>
              <a:t>• Energy Consumption</a:t>
            </a:r>
            <a:br/>
            <a:br/>
            <a:r>
              <a:t>• Temperature</a:t>
            </a:r>
            <a:br/>
            <a:br/>
            <a:r>
              <a:t>• Humidity</a:t>
            </a:r>
            <a:br/>
            <a:br/>
            <a:r>
              <a:t>• Renewable Energy Share</a:t>
            </a:r>
            <a:br/>
            <a:br/>
          </a:p>
        </p:txBody>
      </p:sp>
      <p:sp>
        <p:nvSpPr>
          <p:cNvPr id="22" name="Rounded Rectangle 21"/>
          <p:cNvSpPr/>
          <p:nvPr/>
        </p:nvSpPr>
        <p:spPr>
          <a:xfrm>
            <a:off x="4206240" y="2743200"/>
            <a:ext cx="3474720" cy="228600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AI Analysis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AI Uses Data To</a:t>
            </a:r>
            <a:br/>
            <a:br/>
            <a:r>
              <a:t>• Detect abnormal emissions</a:t>
            </a:r>
            <a:br/>
            <a:br/>
            <a:r>
              <a:t>• Predict future trends</a:t>
            </a:r>
            <a:br/>
            <a:br/>
            <a:r>
              <a:t>• Monitor energy usage</a:t>
            </a:r>
            <a:br/>
            <a:br/>
            <a:r>
              <a:t>• Generate alerts</a:t>
            </a:r>
            <a:br/>
            <a:br/>
          </a:p>
        </p:txBody>
      </p:sp>
      <p:sp>
        <p:nvSpPr>
          <p:cNvPr id="23" name="Rounded Rectangle 22"/>
          <p:cNvSpPr/>
          <p:nvPr/>
        </p:nvSpPr>
        <p:spPr>
          <a:xfrm>
            <a:off x="8046720" y="2743200"/>
            <a:ext cx="3474720" cy="228600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Decision Support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Decisions Enabled</a:t>
            </a:r>
            <a:br/>
            <a:br/>
            <a:r>
              <a:t>• Reduce energy waste</a:t>
            </a:r>
            <a:br/>
            <a:br/>
            <a:r>
              <a:t>• Improve efficiency</a:t>
            </a:r>
            <a:br/>
            <a:br/>
            <a:r>
              <a:t>• Support sustainability planning</a:t>
            </a:r>
            <a:br/>
            <a:br/>
            <a:r>
              <a:t>• Real-time monitoring</a:t>
            </a:r>
            <a:br/>
            <a:br/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995299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Smart sensors continuously collect environmental data → AI analyzes the data → Decision makers receive real-time insights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5A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62560" y="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Expected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t>Assignment 3 | Smart Sustainability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85720" cy="175133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Environmental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• Lower CO₂ emissions</a:t>
            </a:r>
            <a:br/>
            <a:br/>
            <a:r>
              <a:t>• Better air quality</a:t>
            </a:r>
            <a:br/>
            <a:br/>
            <a:r>
              <a:t>• Reduced carbon footprint</a:t>
            </a:r>
            <a:br/>
            <a:br/>
            <a:r>
              <a:t>• Increased renewable energy usage</a:t>
            </a:r>
            <a:br/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3383280" y="1097280"/>
            <a:ext cx="2743200" cy="192024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Economic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• Reduced energy costs</a:t>
            </a:r>
            <a:br/>
            <a:br/>
            <a:r>
              <a:t>• Better resource utilization</a:t>
            </a:r>
            <a:br/>
            <a:br/>
            <a:r>
              <a:t>• Lower maintenance expenses</a:t>
            </a:r>
            <a:br/>
            <a:br/>
            <a:r>
              <a:t>• Improved productivity</a:t>
            </a:r>
            <a:br/>
            <a:br/>
          </a:p>
        </p:txBody>
      </p:sp>
      <p:sp>
        <p:nvSpPr>
          <p:cNvPr id="6" name="Rounded Rectangle 5"/>
          <p:cNvSpPr/>
          <p:nvPr/>
        </p:nvSpPr>
        <p:spPr>
          <a:xfrm>
            <a:off x="6309360" y="1097280"/>
            <a:ext cx="2743200" cy="192024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Social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• Cleaner environment</a:t>
            </a:r>
            <a:br/>
            <a:br/>
            <a:r>
              <a:t>• Improved public health</a:t>
            </a:r>
            <a:br/>
            <a:br/>
            <a:r>
              <a:t>• Better quality of life</a:t>
            </a:r>
            <a:br/>
            <a:br/>
            <a:r>
              <a:t>• Sustainable communities</a:t>
            </a:r>
            <a:br/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9235440" y="986790"/>
            <a:ext cx="2468880" cy="195834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Operational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• Real-time monitoring</a:t>
            </a:r>
            <a:br/>
            <a:br/>
            <a:r>
              <a:t>• Faster decisions</a:t>
            </a:r>
            <a:br/>
            <a:br/>
            <a:r>
              <a:t>• AI-based alerts</a:t>
            </a:r>
            <a:br/>
            <a:br/>
            <a:r>
              <a:t>• Automated reporting</a:t>
            </a:r>
            <a:br/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457200" y="3825240"/>
            <a:ext cx="5486400" cy="2491740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Expected Outcomes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Expected Outcomes</a:t>
            </a:r>
            <a:br/>
            <a:br/>
            <a:r>
              <a:t>✔ 15–25% reduction in unnecessary energy consumption</a:t>
            </a:r>
            <a:br/>
            <a:br/>
            <a:r>
              <a:t>✔ Faster detection of abnormal CO₂ emissions</a:t>
            </a:r>
            <a:br/>
            <a:br/>
            <a:r>
              <a:t>✔ Improved sustainability reporting</a:t>
            </a:r>
            <a:br/>
            <a:br/>
            <a:r>
              <a:t>✔ Better renewable energy planning</a:t>
            </a:r>
            <a:br/>
            <a:br/>
            <a:r>
              <a:t>✔ AI-supported decision making</a:t>
            </a:r>
            <a:br/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3644265"/>
            <a:ext cx="2560320" cy="3030855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Beneficiaries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Government</a:t>
            </a:r>
            <a:br/>
            <a:br/>
            <a:r>
              <a:t>Industries</a:t>
            </a:r>
            <a:br/>
            <a:br/>
            <a:r>
              <a:t>Educational Institutions</a:t>
            </a:r>
            <a:br/>
            <a:br/>
            <a:r>
              <a:t>Environmental Organizations</a:t>
            </a:r>
            <a:br/>
            <a:br/>
            <a:r>
              <a:t>Citizens</a:t>
            </a:r>
            <a:br/>
            <a:br/>
            <a:r>
              <a:t>Researchers</a:t>
            </a:r>
            <a:br/>
            <a:br/>
          </a:p>
        </p:txBody>
      </p:sp>
      <p:sp>
        <p:nvSpPr>
          <p:cNvPr id="10" name="Rounded Rectangle 9"/>
          <p:cNvSpPr/>
          <p:nvPr/>
        </p:nvSpPr>
        <p:spPr>
          <a:xfrm>
            <a:off x="8961120" y="3383280"/>
            <a:ext cx="2560320" cy="3278505"/>
          </a:xfrm>
          <a:prstGeom prst="roundRect">
            <a:avLst/>
          </a:prstGeom>
          <a:solidFill>
            <a:srgbClr val="228B22"/>
          </a:solidFill>
          <a:ln>
            <a:solidFill>
              <a:srgbClr val="78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</a:p>
          <a:p>
            <a:pPr>
              <a:defRPr sz="1500">
                <a:solidFill>
                  <a:srgbClr val="FFFFFF"/>
                </a:solidFill>
              </a:defRPr>
            </a:pPr>
            <a:br/>
            <a:br/>
            <a:r>
              <a:t>Conclusion</a:t>
            </a:r>
            <a:br/>
            <a:br/>
            <a:r>
              <a:t>EcoVision AI enables continuous monitoring of energy usage and CO₂ emissions.</a:t>
            </a:r>
            <a:br/>
            <a:r>
              <a:t>By combining IoT sensors, cloud storage, and AI analytics, the system supports</a:t>
            </a:r>
            <a:br/>
            <a:r>
              <a:t>timely decisions, reduces environmental impact, and promotes sustainable</a:t>
            </a:r>
            <a:br/>
            <a:r>
              <a:t>energy management.</a:t>
            </a:r>
            <a:br/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3056</Words>
  <Application>WPS Presentation</Application>
  <PresentationFormat>On-screen Show (4:3)</PresentationFormat>
  <Paragraphs>95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Akshay Gabrieal</cp:lastModifiedBy>
  <cp:revision>2</cp:revision>
  <dcterms:created xsi:type="dcterms:W3CDTF">2013-01-27T09:14:00Z</dcterms:created>
  <dcterms:modified xsi:type="dcterms:W3CDTF">2026-06-27T14:12:30Z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EA8864CCE068494D83470D5E0D604334_12</vt:lpwstr>
  </property>
</Properties>
</file>